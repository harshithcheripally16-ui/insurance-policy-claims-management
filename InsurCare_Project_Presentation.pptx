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82880" cy="3291840"/>
          </a:xfrm>
          <a:prstGeom prst="round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5A00"/>
                </a:solidFill>
                <a:latin typeface="Calibri"/>
              </a:defRPr>
            </a:pPr>
            <a:r>
              <a:rPr dirty="0" err="1"/>
              <a:t>InsurCare</a:t>
            </a:r>
            <a:endParaRPr dirty="0"/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Insurance Policy &amp; Claims Management System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rPr dirty="0"/>
              <a:t>A clean, modern platform connecting Customers, Agents, Claims Officers, and Administrators in one unified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160520"/>
            <a:ext cx="9784080" cy="685800"/>
          </a:xfrm>
          <a:prstGeom prst="roundRect">
            <a:avLst/>
          </a:prstGeom>
          <a:solidFill>
            <a:srgbClr val="14284B"/>
          </a:solidFill>
          <a:ln w="19050">
            <a:solidFill>
              <a:srgbClr val="FF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4251960"/>
            <a:ext cx="92285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Project Overview &amp; Demonstration  •  </a:t>
            </a:r>
            <a:r>
              <a:rPr sz="1600" dirty="0" err="1"/>
              <a:t>FastAPI</a:t>
            </a:r>
            <a:r>
              <a:rPr sz="1600" dirty="0"/>
              <a:t> Backend  •  React </a:t>
            </a:r>
            <a:r>
              <a:rPr sz="1600" dirty="0" err="1"/>
              <a:t>Vite</a:t>
            </a:r>
            <a:r>
              <a:rPr sz="1600" dirty="0"/>
              <a:t> Frontend  •  Live SMTP Email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Real-World Problem &amp; Our Solution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Overcoming the pain points of traditional insurance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❌ Traditional Insurance Pain Points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Manual &amp; Slow Processes: </a:t>
            </a:r>
            <a:r>
              <a:rPr b="0">
                <a:solidFill>
                  <a:srgbClr val="475569"/>
                </a:solidFill>
              </a:rPr>
              <a:t>Buying or renewing insurance still involves physical paperwork and long turnaround times.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Lack of Transparency: </a:t>
            </a:r>
            <a:r>
              <a:rPr b="0">
                <a:solidFill>
                  <a:srgbClr val="475569"/>
                </a:solidFill>
              </a:rPr>
              <a:t>Customers have no clear way to see where their claim stands after filing.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Subjective Risk Reviews: </a:t>
            </a:r>
            <a:r>
              <a:rPr b="0">
                <a:solidFill>
                  <a:srgbClr val="475569"/>
                </a:solidFill>
              </a:rPr>
              <a:t>Claims adjusters manually inspect claims without immediate automated risk scores.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Scattered Information: </a:t>
            </a:r>
            <a:r>
              <a:rPr b="0">
                <a:solidFill>
                  <a:srgbClr val="475569"/>
                </a:solidFill>
              </a:rPr>
              <a:t>Agents, officers, and managers work in silos with no unified system of record.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Basic Security: </a:t>
            </a:r>
            <a:r>
              <a:rPr b="0">
                <a:solidFill>
                  <a:srgbClr val="475569"/>
                </a:solidFill>
              </a:rPr>
              <a:t>Password recovery lacks live multi-factor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896"/>
                </a:solidFill>
              </a:defRPr>
            </a:pPr>
            <a:r>
              <a:t>✅ The InsurCare Solution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1-Click Policy Subscriptions: </a:t>
            </a:r>
            <a:r>
              <a:rPr b="0">
                <a:solidFill>
                  <a:srgbClr val="475569"/>
                </a:solidFill>
              </a:rPr>
              <a:t>Browse plans and instantly download official A4 Policy Guarantee Certificate PDFs.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Live Claim Tracking Timeline: </a:t>
            </a:r>
            <a:r>
              <a:rPr b="0">
                <a:solidFill>
                  <a:srgbClr val="475569"/>
                </a:solidFill>
              </a:rPr>
              <a:t>Clear visual milestone tracking from Submitted to Review, Approval, and Payout.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Automated Risk Scoring Engine: </a:t>
            </a:r>
            <a:r>
              <a:rPr b="0">
                <a:solidFill>
                  <a:srgbClr val="475569"/>
                </a:solidFill>
              </a:rPr>
              <a:t>Calculates risk ratings (Low, Moderate, High Risk) based on claim parameters.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4 Tailored Workspaces: </a:t>
            </a:r>
            <a:r>
              <a:rPr b="0">
                <a:solidFill>
                  <a:srgbClr val="475569"/>
                </a:solidFill>
              </a:rPr>
              <a:t>Customized portals designed specifically for Customers, Agents, Officers, and Admins.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Live SMTP Verification: </a:t>
            </a:r>
            <a:r>
              <a:rPr b="0">
                <a:solidFill>
                  <a:srgbClr val="475569"/>
                </a:solidFill>
              </a:rPr>
              <a:t>Real-time 6-digit email OTPs for secure authentication and password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Architecture: 4 Dedicated Portals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Role-Based Access Control ensuring secure and tailored experiences for every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377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2011680" cy="502920"/>
          </a:xfrm>
          <a:prstGeom prst="round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👤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A00"/>
                </a:solidFill>
              </a:defRPr>
            </a:pPr>
            <a:r>
              <a:t>👤 Customer Portal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Self-service portal to browse plans, buy policies in 1-click, download guarantee certificates, file claims with photo/document uploads, and track real-time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2377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03320" y="1600200"/>
            <a:ext cx="2011680" cy="502920"/>
          </a:xfrm>
          <a:prstGeom prst="round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💼 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970"/>
                </a:solidFill>
              </a:defRPr>
            </a:pPr>
            <a:r>
              <a:t>💼 Insurance Agent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Operations workspace to manage client portfolios, issue policies, track collected revenue, and send 1-click Email &amp; SMS renewal reminders.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377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01168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⚖️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896"/>
                </a:solidFill>
              </a:defRPr>
            </a:pPr>
            <a:r>
              <a:t>⚖️ Claims Officer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Adjudication desk to review incoming claims, inspect evidentiary documents, check automated risk scores, and approve or reject payouts.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71600"/>
            <a:ext cx="2377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81160" y="1600200"/>
            <a:ext cx="201168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Administrator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28D9"/>
                </a:solidFill>
              </a:defRPr>
            </a:pPr>
            <a:r>
              <a:t>🛡️ Administrator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Control center for user administration, policy catalogue creation, company-wide revenue charts, and tamper-evident security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Modern &amp; High-Performance Tech Stack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Built with industry-standard, scalable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46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880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A00"/>
                </a:solidFill>
              </a:defRPr>
            </a:pPr>
            <a:r>
              <a:t>🎨 Frontend Tier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React 18 &amp; Vite: </a:t>
            </a:r>
            <a:r>
              <a:rPr b="0">
                <a:solidFill>
                  <a:srgbClr val="475569"/>
                </a:solidFill>
              </a:rPr>
              <a:t>Ultra-fast Single Page Application (SPA) rendering.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Material UI (MUI v5): </a:t>
            </a:r>
            <a:r>
              <a:rPr b="0">
                <a:solidFill>
                  <a:srgbClr val="475569"/>
                </a:solidFill>
              </a:rPr>
              <a:t>Modern, responsive component design system.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Recharts Library: </a:t>
            </a:r>
            <a:r>
              <a:rPr b="0">
                <a:solidFill>
                  <a:srgbClr val="475569"/>
                </a:solidFill>
              </a:rPr>
              <a:t>Interactive data visualizations and revenue analytics.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jsPDF &amp; AutoTable: </a:t>
            </a:r>
            <a:r>
              <a:rPr b="0">
                <a:solidFill>
                  <a:srgbClr val="475569"/>
                </a:solidFill>
              </a:rPr>
              <a:t>Instant client-side A4 Policy Certificate generation.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Axios &amp; JWT Interceptors: </a:t>
            </a:r>
            <a:r>
              <a:rPr b="0">
                <a:solidFill>
                  <a:srgbClr val="475569"/>
                </a:solidFill>
              </a:rPr>
              <a:t>Seamless, secure API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246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2880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970"/>
                </a:solidFill>
              </a:defRPr>
            </a:pPr>
            <a:r>
              <a:t>⚙️ Backend Tier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Python 3.12 &amp; FastAPI: </a:t>
            </a:r>
            <a:r>
              <a:rPr b="0">
                <a:solidFill>
                  <a:srgbClr val="475569"/>
                </a:solidFill>
              </a:rPr>
              <a:t>High-speed asynchronous REST API framework.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SQLAlchemy 2.0 ORM: </a:t>
            </a:r>
            <a:r>
              <a:rPr b="0">
                <a:solidFill>
                  <a:srgbClr val="475569"/>
                </a:solidFill>
              </a:rPr>
              <a:t>Structured database models and relational queries.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Pydantic v2: </a:t>
            </a:r>
            <a:r>
              <a:rPr b="0">
                <a:solidFill>
                  <a:srgbClr val="475569"/>
                </a:solidFill>
              </a:rPr>
              <a:t>Strict request/response schema validation.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Passlib &amp; Bcrypt: </a:t>
            </a:r>
            <a:r>
              <a:rPr b="0">
                <a:solidFill>
                  <a:srgbClr val="475569"/>
                </a:solidFill>
              </a:rPr>
              <a:t>Cryptographic password hashing.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Pytest Suite: </a:t>
            </a:r>
            <a:r>
              <a:rPr b="0">
                <a:solidFill>
                  <a:srgbClr val="475569"/>
                </a:solidFill>
              </a:rPr>
              <a:t>Automated endpoint and business logic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246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2880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896"/>
                </a:solidFill>
              </a:defRPr>
            </a:pPr>
            <a:r>
              <a:t>🔐 Services &amp; Storage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Live Gmail SMTP: </a:t>
            </a:r>
            <a:r>
              <a:rPr b="0">
                <a:solidFill>
                  <a:srgbClr val="475569"/>
                </a:solidFill>
              </a:rPr>
              <a:t>Automated email dispatch for 6-digit OTP verification.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JWT Role Guards: </a:t>
            </a:r>
            <a:r>
              <a:rPr b="0">
                <a:solidFill>
                  <a:srgbClr val="475569"/>
                </a:solidFill>
              </a:rPr>
              <a:t>Strict role-based access for all 4 portals.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Automated Risk Engine: </a:t>
            </a:r>
            <a:r>
              <a:rPr b="0">
                <a:solidFill>
                  <a:srgbClr val="475569"/>
                </a:solidFill>
              </a:rPr>
              <a:t>Instant claim risk score calculations.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SQLite / PostgreSQL: </a:t>
            </a:r>
            <a:r>
              <a:rPr b="0">
                <a:solidFill>
                  <a:srgbClr val="475569"/>
                </a:solidFill>
              </a:rPr>
              <a:t>ACID-compliant relational database storage.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Audit Log Engine: </a:t>
            </a:r>
            <a:r>
              <a:rPr b="0">
                <a:solidFill>
                  <a:srgbClr val="475569"/>
                </a:solidFill>
              </a:rPr>
              <a:t>Detailed tracking of system modifications.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Authentication &amp; Multi-Role Login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Secure login gateway with 1-click demo presets and role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4530"/>
            <a:ext cx="603504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32588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970"/>
                </a:solidFill>
              </a:defRPr>
            </a:pPr>
            <a:r>
              <a:t>Key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1-Click Demo Login Chips: </a:t>
            </a:r>
            <a:r>
              <a:rPr b="0">
                <a:solidFill>
                  <a:srgbClr val="475569"/>
                </a:solidFill>
              </a:rPr>
              <a:t>Easily switch between Admin, Customer, Officer, and Agent accounts during demonstrations.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JWT Token Security: </a:t>
            </a:r>
            <a:r>
              <a:rPr b="0">
                <a:solidFill>
                  <a:srgbClr val="475569"/>
                </a:solidFill>
              </a:rPr>
              <a:t>Encrypted bearer tokens carrying user identity and role-based permissions.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Route Protection: </a:t>
            </a:r>
            <a:r>
              <a:rPr b="0">
                <a:solidFill>
                  <a:srgbClr val="475569"/>
                </a:solidFill>
              </a:rPr>
              <a:t>Prevents unauthorized users from accessing other portals (e.g. customer cannot access admin).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Customer Registration: </a:t>
            </a:r>
            <a:r>
              <a:rPr b="0">
                <a:solidFill>
                  <a:srgbClr val="475569"/>
                </a:solidFill>
              </a:rPr>
              <a:t>Self-service registration form for new policyholders.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Live Email &amp; OTP Verification Engine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Real-time Gmail SMTP integration providing secure password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_forgot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4530"/>
            <a:ext cx="603504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32588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A00"/>
                </a:solidFill>
              </a:defRPr>
            </a:pPr>
            <a:r>
              <a:t>Key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Universal Role Access: </a:t>
            </a:r>
            <a:r>
              <a:rPr b="0">
                <a:solidFill>
                  <a:srgbClr val="475569"/>
                </a:solidFill>
              </a:rPr>
              <a:t>Available to all 4 user roles for secure self-service password recovery.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Live SMTP Dispatch: </a:t>
            </a:r>
            <a:r>
              <a:rPr b="0">
                <a:solidFill>
                  <a:srgbClr val="475569"/>
                </a:solidFill>
              </a:rPr>
              <a:t>Sends a branded HTML email with a 6-digit verification code directly to the inbox.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10-Minute Expiration: </a:t>
            </a:r>
            <a:r>
              <a:rPr b="0">
                <a:solidFill>
                  <a:srgbClr val="475569"/>
                </a:solidFill>
              </a:rPr>
              <a:t>Security timeout ensures OTP codes cannot be reused or guessed.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Interactive Resend Timer: </a:t>
            </a:r>
            <a:r>
              <a:rPr b="0">
                <a:solidFill>
                  <a:srgbClr val="475569"/>
                </a:solidFill>
              </a:rPr>
              <a:t>Live 60-second countdown timer prevents spam requests.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Audit Trail Logging: </a:t>
            </a:r>
            <a:r>
              <a:rPr b="0">
                <a:solidFill>
                  <a:srgbClr val="475569"/>
                </a:solidFill>
              </a:rPr>
              <a:t>Every password reset is permanently recorded in the admin audit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Customer Self-Service Portal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Empowering policyholders with instant plan buying and claim filing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3_custom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4530"/>
            <a:ext cx="603504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32588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970"/>
                </a:solidFill>
              </a:defRPr>
            </a:pPr>
            <a:r>
              <a:t>Key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Policy Catalog &amp; Filters: </a:t>
            </a:r>
            <a:r>
              <a:rPr b="0">
                <a:solidFill>
                  <a:srgbClr val="475569"/>
                </a:solidFill>
              </a:rPr>
              <a:t>Browse Health, Auto, Life, and Home plans with transparent pricing and coverage limits.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1-Click Policy Purchase: </a:t>
            </a:r>
            <a:r>
              <a:rPr b="0">
                <a:solidFill>
                  <a:srgbClr val="475569"/>
                </a:solidFill>
              </a:rPr>
              <a:t>Instant plan checkout and activation without paperwork.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A4 Certificate Download: </a:t>
            </a:r>
            <a:r>
              <a:rPr b="0">
                <a:solidFill>
                  <a:srgbClr val="475569"/>
                </a:solidFill>
              </a:rPr>
              <a:t>Immediate generation of official Policy Guarantee Certificate PDFs.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Online Claim Submission: </a:t>
            </a:r>
            <a:r>
              <a:rPr b="0">
                <a:solidFill>
                  <a:srgbClr val="475569"/>
                </a:solidFill>
              </a:rPr>
              <a:t>Easy multi-step form to describe incidents, enter amounts, and upload documents.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Live Status Tracking: </a:t>
            </a:r>
            <a:r>
              <a:rPr b="0">
                <a:solidFill>
                  <a:srgbClr val="475569"/>
                </a:solidFill>
              </a:rPr>
              <a:t>Real-time progress updates directly on the customer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Claims Officer Adjudication Workspace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Structured review workspace with automated risk scoring and decision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5_offic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4530"/>
            <a:ext cx="603504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32588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896"/>
                </a:solidFill>
              </a:defRPr>
            </a:pPr>
            <a:r>
              <a:t>Key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Centralized Review Queue: </a:t>
            </a:r>
            <a:r>
              <a:rPr b="0">
                <a:solidFill>
                  <a:srgbClr val="475569"/>
                </a:solidFill>
              </a:rPr>
              <a:t>Inspect all claims with claim numbers, policy details, and incident dates.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Automated Risk Scoring: </a:t>
            </a:r>
            <a:r>
              <a:rPr b="0">
                <a:solidFill>
                  <a:srgbClr val="475569"/>
                </a:solidFill>
              </a:rPr>
              <a:t>Calculates risk levels (Low Risk, Moderate, High Risk) instantly based on policy terms.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Evidence Inspection: </a:t>
            </a:r>
            <a:r>
              <a:rPr b="0">
                <a:solidFill>
                  <a:srgbClr val="475569"/>
                </a:solidFill>
              </a:rPr>
              <a:t>Preview uploaded damage receipts, bills, and customer descriptions.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Formal Decision Engine: </a:t>
            </a:r>
            <a:r>
              <a:rPr b="0">
                <a:solidFill>
                  <a:srgbClr val="475569"/>
                </a:solidFill>
              </a:rPr>
              <a:t>1-click Approval or Rejection with settlement amounts and adjuster remarks.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Administrator Management Center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System governance, user lifecycle management, and revenue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6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4530"/>
            <a:ext cx="603504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32588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D28D9"/>
                </a:solidFill>
              </a:defRPr>
            </a:pPr>
            <a:r>
              <a:t>Key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User Directory Management: </a:t>
            </a:r>
            <a:r>
              <a:rPr b="0">
                <a:solidFill>
                  <a:srgbClr val="475569"/>
                </a:solidFill>
              </a:rPr>
              <a:t>Full CRUD operations for all user types with active/inactive status toggles.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Insurance Policy Config: </a:t>
            </a:r>
            <a:r>
              <a:rPr b="0">
                <a:solidFill>
                  <a:srgbClr val="475569"/>
                </a:solidFill>
              </a:rPr>
              <a:t>Create, update, and manage insurance offerings and coverage parameters.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Visual Revenue Analytics: </a:t>
            </a:r>
            <a:r>
              <a:rPr b="0">
                <a:solidFill>
                  <a:srgbClr val="475569"/>
                </a:solidFill>
              </a:rPr>
              <a:t>Interactive charts displaying policy distributions and collected premiums (INR).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Security Audit Logs: </a:t>
            </a:r>
            <a:r>
              <a:rPr b="0">
                <a:solidFill>
                  <a:srgbClr val="475569"/>
                </a:solidFill>
              </a:rPr>
              <a:t>Real-time event logging tracking all system updates and claims adjudications.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Insurance Agent Operations Desk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Client portfolio oversight, direct policy issuance, and renewal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7_ag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4530"/>
            <a:ext cx="6035040" cy="37719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32588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A00"/>
                </a:solidFill>
              </a:defRPr>
            </a:pPr>
            <a:r>
              <a:t>Key Capabilities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Agent Operations KPI Cards: </a:t>
            </a:r>
            <a:r>
              <a:rPr b="0">
                <a:solidFill>
                  <a:srgbClr val="475569"/>
                </a:solidFill>
              </a:rPr>
              <a:t>Track total active client policies and premium revenues collected.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Issue Policy to Customer: </a:t>
            </a:r>
            <a:r>
              <a:rPr b="0">
                <a:solidFill>
                  <a:srgbClr val="475569"/>
                </a:solidFill>
              </a:rPr>
              <a:t>Direct policy issuance modal with dynamic customer search.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Multi-Filter Portfolio Table: </a:t>
            </a:r>
            <a:r>
              <a:rPr b="0">
                <a:solidFill>
                  <a:srgbClr val="475569"/>
                </a:solidFill>
              </a:rPr>
              <a:t>Filter client policies by category, status, and validity dates.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1-Click Renewal Reminders: </a:t>
            </a:r>
            <a:r>
              <a:rPr b="0">
                <a:solidFill>
                  <a:srgbClr val="475569"/>
                </a:solidFill>
              </a:rPr>
              <a:t>Send branded renewal notices via email and SMS with automatic audit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End-to-End Live Demonstration Workflow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A smooth, real-world customer journey connecting all 4 system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A00"/>
                </a:solidFill>
              </a:defRPr>
            </a:pPr>
            <a:r>
              <a:t>Step 1: Customer Subscribes to Policy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Log in as Customer ➔ Browse catalog ➔ Subscribe to Health Insurance plan in 1 click ➔ Download official A4 Policy Guarantee Certificate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970"/>
                </a:solidFill>
              </a:defRPr>
            </a:pPr>
            <a:r>
              <a:t>Step 2: Customer Files a Claim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Customer navigates to Submit Claim ➔ Selects active policy, enters incident description and claim amount ➔ Uploads bill / receipt ➔ Claim is submitted.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896"/>
                </a:solidFill>
              </a:defRPr>
            </a:pPr>
            <a:r>
              <a:t>Step 3: Claims Officer Review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Log in as Claims Officer ➔ The new claim appears in the review queue ➔ Reviewer inspects the risk score and documents ➔ Enters remarks and hits Approve.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28D9"/>
                </a:solidFill>
              </a:defRPr>
            </a:pPr>
            <a:r>
              <a:t>Step 4: Admin &amp; Agent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Log in as Admin ➔ Verify updated revenue reports and audit log trail. Agent can also inspect client status and trigger renewal reminders.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5A00"/>
                </a:solidFill>
              </a:defRPr>
            </a:pPr>
            <a:r>
              <a:rPr dirty="0"/>
              <a:t>Project Summary &amp; Demo Credentials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4297680"/>
          </a:xfrm>
          <a:prstGeom prst="roundRect">
            <a:avLst/>
          </a:prstGeom>
          <a:solidFill>
            <a:srgbClr val="102444"/>
          </a:solidFill>
          <a:ln w="19050">
            <a:solidFill>
              <a:srgbClr val="FF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784080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Demo User Accounts (Available via 1-Click Login Chips):</a:t>
            </a:r>
          </a:p>
          <a:p>
            <a:pPr>
              <a:spcBef>
                <a:spcPts val="800"/>
              </a:spcBef>
              <a:defRPr sz="1300" b="1">
                <a:solidFill>
                  <a:srgbClr val="FF5A00"/>
                </a:solidFill>
              </a:defRPr>
            </a:pPr>
            <a:r>
              <a:rPr dirty="0"/>
              <a:t>• 🛡️ Administrator: </a:t>
            </a:r>
            <a:r>
              <a:rPr b="1" dirty="0">
                <a:solidFill>
                  <a:srgbClr val="FFFFFF"/>
                </a:solidFill>
              </a:rPr>
              <a:t>admin@insurance.com  |  Password: Admin@123  —  </a:t>
            </a:r>
            <a:r>
              <a:rPr b="0" dirty="0">
                <a:solidFill>
                  <a:srgbClr val="CBD5E1"/>
                </a:solidFill>
              </a:rPr>
              <a:t>Full system configuration, user management, and revenue analytics.</a:t>
            </a:r>
          </a:p>
          <a:p>
            <a:pPr>
              <a:spcBef>
                <a:spcPts val="800"/>
              </a:spcBef>
              <a:defRPr sz="1300" b="1">
                <a:solidFill>
                  <a:srgbClr val="FF5A00"/>
                </a:solidFill>
              </a:defRPr>
            </a:pPr>
            <a:r>
              <a:rPr dirty="0"/>
              <a:t>• 👤 Customer: </a:t>
            </a:r>
            <a:r>
              <a:rPr b="1" dirty="0">
                <a:solidFill>
                  <a:srgbClr val="FFFFFF"/>
                </a:solidFill>
              </a:rPr>
              <a:t>customer@insurance.com  |  Password: Customer@123  —  </a:t>
            </a:r>
            <a:r>
              <a:rPr b="0" dirty="0">
                <a:solidFill>
                  <a:srgbClr val="CBD5E1"/>
                </a:solidFill>
              </a:rPr>
              <a:t>Self-service policy catalog, 1-click purchases, certificate downloads, and claims.</a:t>
            </a:r>
          </a:p>
          <a:p>
            <a:pPr>
              <a:spcBef>
                <a:spcPts val="800"/>
              </a:spcBef>
              <a:defRPr sz="1300" b="1">
                <a:solidFill>
                  <a:srgbClr val="FF5A00"/>
                </a:solidFill>
              </a:defRPr>
            </a:pPr>
            <a:r>
              <a:rPr dirty="0"/>
              <a:t>• ⚖️ Claims Officer: </a:t>
            </a:r>
            <a:r>
              <a:rPr b="1" dirty="0">
                <a:solidFill>
                  <a:srgbClr val="FFFFFF"/>
                </a:solidFill>
              </a:rPr>
              <a:t>officer@insurance.com  |  Password: Officer@123  —  </a:t>
            </a:r>
            <a:r>
              <a:rPr b="0" dirty="0">
                <a:solidFill>
                  <a:srgbClr val="CBD5E1"/>
                </a:solidFill>
              </a:rPr>
              <a:t>Claims adjudication queue, automated risk scoring, and payout approval decisions.</a:t>
            </a:r>
          </a:p>
          <a:p>
            <a:pPr>
              <a:spcBef>
                <a:spcPts val="800"/>
              </a:spcBef>
              <a:defRPr sz="1300" b="1">
                <a:solidFill>
                  <a:srgbClr val="FF5A00"/>
                </a:solidFill>
              </a:defRPr>
            </a:pPr>
            <a:r>
              <a:rPr dirty="0"/>
              <a:t>• 💼 Insurance Agent: </a:t>
            </a:r>
            <a:r>
              <a:rPr b="1" dirty="0">
                <a:solidFill>
                  <a:srgbClr val="FFFFFF"/>
                </a:solidFill>
              </a:rPr>
              <a:t>agent@insurance.com  |  Password: Agent@123  —  </a:t>
            </a:r>
            <a:r>
              <a:rPr b="0" dirty="0">
                <a:solidFill>
                  <a:srgbClr val="CBD5E1"/>
                </a:solidFill>
              </a:rPr>
              <a:t>Client portfolio management, issuing policies, and 1-click renewal alerts</a:t>
            </a:r>
            <a:r>
              <a:rPr b="0" dirty="0" smtClean="0">
                <a:solidFill>
                  <a:srgbClr val="CBD5E1"/>
                </a:solidFill>
              </a:rPr>
              <a:t>.</a:t>
            </a:r>
            <a:endParaRPr b="0" dirty="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1354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harsh</cp:lastModifiedBy>
  <cp:revision>2</cp:revision>
  <dcterms:created xsi:type="dcterms:W3CDTF">2013-01-27T09:14:16Z</dcterms:created>
  <dcterms:modified xsi:type="dcterms:W3CDTF">2026-08-31T00:58:44Z</dcterms:modified>
  <cp:category/>
</cp:coreProperties>
</file>